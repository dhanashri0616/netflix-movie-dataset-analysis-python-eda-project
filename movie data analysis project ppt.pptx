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341" r:id="rId2"/>
    <p:sldId id="337" r:id="rId3"/>
    <p:sldId id="342" r:id="rId4"/>
    <p:sldId id="343" r:id="rId5"/>
    <p:sldId id="345"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60"/>
  </p:normalViewPr>
  <p:slideViewPr>
    <p:cSldViewPr snapToGrid="0">
      <p:cViewPr>
        <p:scale>
          <a:sx n="125" d="100"/>
          <a:sy n="125" d="100"/>
        </p:scale>
        <p:origin x="25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685124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82174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593321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20447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04625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39756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241201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439425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797599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518766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66600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2791699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536960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90821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65417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290402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72556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5765DA58-B75C-48DA-B757-9037AB90EEEA}" type="datetimeFigureOut">
              <a:rPr lang="en-IN" smtClean="0"/>
              <a:t>23-03-2026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54001407"/>
      </p:ext>
    </p:extLst>
  </p:cSld>
  <p:clrMap bg1="dk1" tx1="lt1" bg2="dk2"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70136" y="153276"/>
            <a:ext cx="4678360" cy="1424945"/>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3" y="2329404"/>
            <a:ext cx="3447482"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75896" y="619185"/>
            <a:ext cx="3671208" cy="4247317"/>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avg column?</a:t>
            </a: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filmed movies?</a:t>
            </a:r>
          </a:p>
        </p:txBody>
      </p:sp>
    </p:spTree>
    <p:extLst>
      <p:ext uri="{BB962C8B-B14F-4D97-AF65-F5344CB8AC3E}">
        <p14:creationId xmlns:p14="http://schemas.microsoft.com/office/powerpoint/2010/main" val="3312595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9545</TotalTime>
  <Words>373</Words>
  <Application>Microsoft Office PowerPoint</Application>
  <PresentationFormat>On-screen Show (16:9)</PresentationFormat>
  <Paragraphs>19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vt:lpstr>
      <vt:lpstr>Century Gothic</vt:lpstr>
      <vt:lpstr>Leelawadee</vt:lpstr>
      <vt:lpstr>Wingdings 3</vt:lpstr>
      <vt:lpstr>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Dhanashri Shete</cp:lastModifiedBy>
  <cp:revision>1411</cp:revision>
  <dcterms:created xsi:type="dcterms:W3CDTF">2022-12-29T08:52:07Z</dcterms:created>
  <dcterms:modified xsi:type="dcterms:W3CDTF">2026-03-23T08:17:22Z</dcterms:modified>
</cp:coreProperties>
</file>